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88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0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046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52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746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41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467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85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085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0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7942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333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3831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8086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036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154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BC760-CD01-41B5-A223-24FC30FFBAB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AD2600-E4D7-464D-BB62-77484AAEA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12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4451E-A23F-57AA-234B-6BB96B80F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ETE Paracambi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5C2FB8-70E7-AEB5-9D26-528A184366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Fundação de Apoio a Escola Técnica</a:t>
            </a:r>
          </a:p>
        </p:txBody>
      </p:sp>
    </p:spTree>
    <p:extLst>
      <p:ext uri="{BB962C8B-B14F-4D97-AF65-F5344CB8AC3E}">
        <p14:creationId xmlns:p14="http://schemas.microsoft.com/office/powerpoint/2010/main" val="494645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2E70E-021C-A116-1081-9F94C116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Cursos Técnicos😉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9102C-8C5C-E4D8-150F-FC449A346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Técnico em Meio Ambiente</a:t>
            </a:r>
          </a:p>
          <a:p>
            <a:r>
              <a:rPr lang="pt-BR" dirty="0"/>
              <a:t>Técnico em Tecnologia da informação</a:t>
            </a:r>
          </a:p>
          <a:p>
            <a:r>
              <a:rPr lang="pt-BR" dirty="0"/>
              <a:t> Técnico em Logística</a:t>
            </a:r>
          </a:p>
        </p:txBody>
      </p:sp>
    </p:spTree>
    <p:extLst>
      <p:ext uri="{BB962C8B-B14F-4D97-AF65-F5344CB8AC3E}">
        <p14:creationId xmlns:p14="http://schemas.microsoft.com/office/powerpoint/2010/main" val="93505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F0FC1-A68A-CF11-21FE-502B17CA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Cursos FIC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368600-A0D9-C9B0-489B-426469AB72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Barbeiro</a:t>
            </a:r>
          </a:p>
          <a:p>
            <a:r>
              <a:rPr lang="pt-BR" dirty="0"/>
              <a:t>Cabelereiro</a:t>
            </a:r>
          </a:p>
          <a:p>
            <a:r>
              <a:rPr lang="pt-BR" dirty="0"/>
              <a:t>Inglês</a:t>
            </a:r>
          </a:p>
          <a:p>
            <a:r>
              <a:rPr lang="pt-BR" dirty="0"/>
              <a:t>Libras</a:t>
            </a:r>
          </a:p>
          <a:p>
            <a:r>
              <a:rPr lang="pt-BR" dirty="0"/>
              <a:t>Maquiador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13ECA8D4-39CC-BACE-6B8F-20C0AF9990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255" y="1027906"/>
            <a:ext cx="6668545" cy="4038047"/>
          </a:xfrm>
        </p:spPr>
      </p:pic>
    </p:spTree>
    <p:extLst>
      <p:ext uri="{BB962C8B-B14F-4D97-AF65-F5344CB8AC3E}">
        <p14:creationId xmlns:p14="http://schemas.microsoft.com/office/powerpoint/2010/main" val="390499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6E697-917E-A0E9-66A9-0BF72E44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Técnico em Meio ambiente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2D5989-F172-F4B2-280B-5B2113027A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b="0" u="none" strike="noStrike" dirty="0">
                <a:effectLst/>
                <a:latin typeface="Google Sans"/>
              </a:rPr>
              <a:t>O </a:t>
            </a:r>
            <a:r>
              <a:rPr lang="pt-BR" b="1" u="none" strike="noStrike" dirty="0">
                <a:effectLst/>
                <a:latin typeface="Google Sans"/>
              </a:rPr>
              <a:t>Técnico em Meio Ambiente</a:t>
            </a:r>
            <a:r>
              <a:rPr lang="pt-BR" dirty="0"/>
              <a:t> aprende a monitorar, avaliar e propor soluções para minimizar impactos ambientais. O curso capacita o profissional a coletar dados de campo e de laboratório, auxiliar no licenciamento, gerenciar resíduos, garantir o cumprimento de leis ambientais e promover a educação ecológica.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7960F6D7-E5CD-0304-8FC2-A680133D99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412" y="1872106"/>
            <a:ext cx="4747182" cy="3159034"/>
          </a:xfrm>
        </p:spPr>
      </p:pic>
    </p:spTree>
    <p:extLst>
      <p:ext uri="{BB962C8B-B14F-4D97-AF65-F5344CB8AC3E}">
        <p14:creationId xmlns:p14="http://schemas.microsoft.com/office/powerpoint/2010/main" val="2398700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F8575-1DBE-9AD1-81DD-10F8F342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Técnico em Informática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AB156-F2A9-676C-A788-83057D2DB3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b="0" u="none" strike="noStrike" dirty="0">
                <a:effectLst/>
                <a:latin typeface="Google Sans"/>
              </a:rPr>
              <a:t>O curso técnico em informática </a:t>
            </a:r>
            <a:r>
              <a:rPr lang="pt-BR" dirty="0"/>
              <a:t>prepara você para atuar tanto na parte física (hardware) quanto na lógica (software) dos computadores. O currículo é dividido em três áreas principais: </a:t>
            </a:r>
            <a:r>
              <a:rPr lang="pt-BR" b="1" u="none" strike="noStrike" dirty="0">
                <a:effectLst/>
                <a:latin typeface="Google Sans"/>
              </a:rPr>
              <a:t>suporte e infraestrutura</a:t>
            </a:r>
            <a:r>
              <a:rPr lang="pt-BR" dirty="0"/>
              <a:t>, </a:t>
            </a:r>
            <a:r>
              <a:rPr lang="pt-BR" b="1" u="none" strike="noStrike" dirty="0">
                <a:effectLst/>
                <a:latin typeface="Google Sans"/>
              </a:rPr>
              <a:t>desenvolvimento de sistemas</a:t>
            </a:r>
            <a:r>
              <a:rPr lang="pt-BR" dirty="0"/>
              <a:t> e </a:t>
            </a:r>
            <a:r>
              <a:rPr lang="pt-BR" b="1" u="none" strike="noStrike" dirty="0">
                <a:effectLst/>
                <a:latin typeface="Google Sans"/>
              </a:rPr>
              <a:t>banco de dados</a:t>
            </a:r>
            <a:r>
              <a:rPr lang="pt-BR" dirty="0"/>
              <a:t>. 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55446165-ABE7-7A8D-1E17-FA4D84EB00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404" y="2156841"/>
            <a:ext cx="5647405" cy="3162547"/>
          </a:xfrm>
        </p:spPr>
      </p:pic>
    </p:spTree>
    <p:extLst>
      <p:ext uri="{BB962C8B-B14F-4D97-AF65-F5344CB8AC3E}">
        <p14:creationId xmlns:p14="http://schemas.microsoft.com/office/powerpoint/2010/main" val="364820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8D2AE-6C92-B972-0310-AD0E3BF7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Técnico em Logística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54E0B8-6697-5613-D888-E3A2566053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O curso técnico em logística prepara você para </a:t>
            </a:r>
            <a:r>
              <a:rPr lang="pt-BR" dirty="0"/>
              <a:t>planejar, operar e controlar toda a cadeia de suprimentos de uma empresa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. Você aprende a gerenciar desde a compra de matéria-prima e controle de estoque até o armazenamento, embalagem e a distribuição final dos produtos para o cliente. </a:t>
            </a:r>
            <a:br>
              <a:rPr lang="pt-BR" dirty="0"/>
            </a:b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392344ED-6361-E760-84CD-FA3B343A89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333" y="1600338"/>
            <a:ext cx="6166333" cy="4103414"/>
          </a:xfrm>
        </p:spPr>
      </p:pic>
    </p:spTree>
    <p:extLst>
      <p:ext uri="{BB962C8B-B14F-4D97-AF65-F5344CB8AC3E}">
        <p14:creationId xmlns:p14="http://schemas.microsoft.com/office/powerpoint/2010/main" val="6268080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</TotalTime>
  <Words>189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Google Sans</vt:lpstr>
      <vt:lpstr>Trebuchet MS</vt:lpstr>
      <vt:lpstr>Wingdings 3</vt:lpstr>
      <vt:lpstr>Facetado</vt:lpstr>
      <vt:lpstr>ETE Paracambi</vt:lpstr>
      <vt:lpstr>Cursos Técnicos😉</vt:lpstr>
      <vt:lpstr>Cursos FIC </vt:lpstr>
      <vt:lpstr>Técnico em Meio ambiente</vt:lpstr>
      <vt:lpstr>Técnico em Informática </vt:lpstr>
      <vt:lpstr>Técnico em Logística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ETEP</dc:creator>
  <cp:lastModifiedBy>ETEP</cp:lastModifiedBy>
  <cp:revision>1</cp:revision>
  <dcterms:created xsi:type="dcterms:W3CDTF">2026-05-18T16:27:33Z</dcterms:created>
  <dcterms:modified xsi:type="dcterms:W3CDTF">2026-05-18T17:30:49Z</dcterms:modified>
</cp:coreProperties>
</file>